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0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7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B4F3-27A1-4811-90C9-F0380001F90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23376-6B11-4976-969C-2C01CB215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88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A1D9-ED27-4580-9B0B-1A5EFAF91B67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A259C-B4DC-4D2B-8EA5-07635981C5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6800" y="1595438"/>
            <a:ext cx="9144000" cy="1096962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Title Of the Project </a:t>
            </a:r>
          </a:p>
        </p:txBody>
      </p:sp>
    </p:spTree>
    <p:extLst>
      <p:ext uri="{BB962C8B-B14F-4D97-AF65-F5344CB8AC3E}">
        <p14:creationId xmlns:p14="http://schemas.microsoft.com/office/powerpoint/2010/main" val="395909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67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Page-1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38200" y="1054100"/>
            <a:ext cx="52578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96000" y="1054100"/>
            <a:ext cx="52578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8795" y="164407"/>
            <a:ext cx="2123810" cy="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arysemantics.com/blogs/quit-manual-processes-achieve-higher-efficiency-with-logistics-process-automation/" TargetMode="External"/><Relationship Id="rId2" Type="http://schemas.openxmlformats.org/officeDocument/2006/relationships/hyperlink" Target="https://pmc.ncbi.nlm.nih.gov/articles/PMC9261175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searchgate.net/publication/261203176_Task-role_based_access_control_model_in_logistics_management_system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arysemantics.com/blogs/quit-manual-processes-achieve-higher-efficiency-with-logistics-process-automation/" TargetMode="External"/><Relationship Id="rId2" Type="http://schemas.openxmlformats.org/officeDocument/2006/relationships/hyperlink" Target="https://pmc.ncbi.nlm.nih.gov/articles/PMC9261175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searchgate.net/publication/261203176_Task-role_based_access_control_model_in_logistics_management_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68991" y="1595438"/>
            <a:ext cx="10263115" cy="6427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Aven Solutions (Logistics Management Solution)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2650" y="2564239"/>
            <a:ext cx="4178727" cy="2036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Anshuman Sinha (A45304823043)</a:t>
            </a:r>
            <a:endParaRPr lang="en-US" sz="2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Ayush Shivam (A45304823048)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258928" y="2498360"/>
            <a:ext cx="3973177" cy="1750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  <a:p>
            <a:r>
              <a:rPr lang="en-US" sz="2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Mr. Amar Kumar</a:t>
            </a:r>
          </a:p>
          <a:p>
            <a:r>
              <a:rPr lang="en-US" sz="2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524000" y="4714081"/>
            <a:ext cx="9144000" cy="1096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Amity Institute</a:t>
            </a:r>
            <a:r>
              <a:rPr lang="en-US" sz="20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 Technology, Patna</a:t>
            </a:r>
            <a:br>
              <a:rPr lang="en-US" sz="20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7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84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846161" y="1168653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Subtitle 1"/>
          <p:cNvSpPr>
            <a:spLocks noGrp="1"/>
          </p:cNvSpPr>
          <p:nvPr>
            <p:ph type="subTitle" idx="1"/>
          </p:nvPr>
        </p:nvSpPr>
        <p:spPr>
          <a:xfrm>
            <a:off x="347397" y="2073739"/>
            <a:ext cx="5249839" cy="4196432"/>
          </a:xfrm>
        </p:spPr>
        <p:txBody>
          <a:bodyPr>
            <a:no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9DD23E5-BF96-AA22-E33E-50C2B84389D0}"/>
              </a:ext>
            </a:extLst>
          </p:cNvPr>
          <p:cNvSpPr txBox="1">
            <a:spLocks/>
          </p:cNvSpPr>
          <p:nvPr/>
        </p:nvSpPr>
        <p:spPr>
          <a:xfrm>
            <a:off x="6211828" y="2073739"/>
            <a:ext cx="5249839" cy="4196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Results and Discussion 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Advantages Limitations 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Future Scope 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References </a:t>
            </a:r>
          </a:p>
        </p:txBody>
      </p:sp>
    </p:spTree>
    <p:extLst>
      <p:ext uri="{BB962C8B-B14F-4D97-AF65-F5344CB8AC3E}">
        <p14:creationId xmlns:p14="http://schemas.microsoft.com/office/powerpoint/2010/main" val="407962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Subtitle 1"/>
          <p:cNvSpPr>
            <a:spLocks noGrp="1"/>
          </p:cNvSpPr>
          <p:nvPr>
            <p:ph type="subTitle" idx="1"/>
          </p:nvPr>
        </p:nvSpPr>
        <p:spPr>
          <a:xfrm>
            <a:off x="641268" y="1966604"/>
            <a:ext cx="6804561" cy="4237249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Aven Solutions is a modern logistics management web application developed to simplify logistics operations through centralized management and role-based dashboards.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connects users, admins, and owners on a single platform to manage logistics activities efficiently.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logistics monitoring 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 management system 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tracking and Role-based dashboards 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request management 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monitoring system</a:t>
            </a:r>
            <a:endParaRPr lang="en-US" sz="2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BB38E-5692-6CDC-5698-86FC45B673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712" y="1966604"/>
            <a:ext cx="3967348" cy="408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3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Subtitle 1"/>
          <p:cNvSpPr>
            <a:spLocks noGrp="1"/>
          </p:cNvSpPr>
          <p:nvPr>
            <p:ph type="subTitle" idx="1"/>
          </p:nvPr>
        </p:nvSpPr>
        <p:spPr>
          <a:xfrm>
            <a:off x="846161" y="2087807"/>
            <a:ext cx="10454186" cy="4116046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2998E3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Inefficient Logistics Tracking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logistics systems lack real-time tracking and centralized management.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Manual Bid Management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Bidding and supply operations are often handled manually, causing delays and errors.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Role Management Issues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stakeholders require different levels of access and monitoring capabilities.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Required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web-based logistics management platform that streamlines logistics tracking, bidding, supply management, and role-based operations.</a:t>
            </a:r>
          </a:p>
        </p:txBody>
      </p:sp>
    </p:spTree>
    <p:extLst>
      <p:ext uri="{BB962C8B-B14F-4D97-AF65-F5344CB8AC3E}">
        <p14:creationId xmlns:p14="http://schemas.microsoft.com/office/powerpoint/2010/main" val="218646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B3DD-1659-7512-BE2D-75AE1BF99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07E787BC-5DF9-8F88-08D6-80FF4C5F151D}"/>
              </a:ext>
            </a:extLst>
          </p:cNvPr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Subtitle 1">
            <a:extLst>
              <a:ext uri="{FF2B5EF4-FFF2-40B4-BE49-F238E27FC236}">
                <a16:creationId xmlns:a16="http://schemas.microsoft.com/office/drawing/2014/main" id="{6123DAB5-C1CC-F93B-0A51-5949D5EDB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392" y="2087807"/>
            <a:ext cx="6460177" cy="4116046"/>
          </a:xfrm>
        </p:spPr>
        <p:txBody>
          <a:bodyPr>
            <a:normAutofit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digitize logistics management processes 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centralized logistics tracking 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bidding activities efficiently 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users and management 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role-based access control</a:t>
            </a:r>
          </a:p>
        </p:txBody>
      </p:sp>
      <p:pic>
        <p:nvPicPr>
          <p:cNvPr id="2" name="Picture 1" descr="Forklift lifting a container in the yard">
            <a:extLst>
              <a:ext uri="{FF2B5EF4-FFF2-40B4-BE49-F238E27FC236}">
                <a16:creationId xmlns:a16="http://schemas.microsoft.com/office/drawing/2014/main" id="{984191B5-2B33-6133-E8D8-90583C9F9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21" r="29514" b="-1"/>
          <a:stretch>
            <a:fillRect/>
          </a:stretch>
        </p:blipFill>
        <p:spPr>
          <a:xfrm>
            <a:off x="7885216" y="2087807"/>
            <a:ext cx="3871355" cy="384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0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FF76-2867-C6F7-1E6C-C0693948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396B0813-E6BC-9B69-9F34-D3A9308C602E}"/>
              </a:ext>
            </a:extLst>
          </p:cNvPr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724C6F4-F7E7-E81B-0003-06502A16F2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7477" y="1928858"/>
            <a:ext cx="10818362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Requirement Analysis</a:t>
            </a:r>
          </a:p>
          <a:p>
            <a:pPr algn="l"/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Understanding logistics and bidding workflow</a:t>
            </a:r>
          </a:p>
          <a:p>
            <a:pPr algn="l"/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UI/UX Design</a:t>
            </a:r>
          </a:p>
          <a:p>
            <a:pPr algn="l"/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Designing dashboards for users, admins, and owners</a:t>
            </a:r>
          </a:p>
          <a:p>
            <a:pPr algn="l"/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Backend Development</a:t>
            </a:r>
          </a:p>
          <a:p>
            <a:pPr algn="l"/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Creating APIs and data management systems</a:t>
            </a:r>
          </a:p>
          <a:p>
            <a:pPr algn="l"/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– Database Integration</a:t>
            </a:r>
          </a:p>
          <a:p>
            <a:pPr algn="l"/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Connecting logistics and bidding data</a:t>
            </a:r>
          </a:p>
          <a:p>
            <a:pPr algn="l"/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– Testing</a:t>
            </a:r>
          </a:p>
          <a:p>
            <a:pPr algn="l"/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Testing modules and role-based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60664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FFA5-8642-9A8D-E6FC-B88439E7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DFCEB2F6-4E9A-5FF4-382B-AB03F2103DA0}"/>
              </a:ext>
            </a:extLst>
          </p:cNvPr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6AFEDB-4921-EC42-8113-0E13BC62A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174923"/>
              </p:ext>
            </p:extLst>
          </p:nvPr>
        </p:nvGraphicFramePr>
        <p:xfrm>
          <a:off x="593765" y="2161309"/>
          <a:ext cx="11091554" cy="4236720"/>
        </p:xfrm>
        <a:graphic>
          <a:graphicData uri="http://schemas.openxmlformats.org/drawingml/2006/table">
            <a:tbl>
              <a:tblPr/>
              <a:tblGrid>
                <a:gridCol w="5545777">
                  <a:extLst>
                    <a:ext uri="{9D8B030D-6E8A-4147-A177-3AD203B41FA5}">
                      <a16:colId xmlns:a16="http://schemas.microsoft.com/office/drawing/2014/main" val="880797804"/>
                    </a:ext>
                  </a:extLst>
                </a:gridCol>
                <a:gridCol w="5545777">
                  <a:extLst>
                    <a:ext uri="{9D8B030D-6E8A-4147-A177-3AD203B41FA5}">
                      <a16:colId xmlns:a16="http://schemas.microsoft.com/office/drawing/2014/main" val="492675942"/>
                    </a:ext>
                  </a:extLst>
                </a:gridCol>
              </a:tblGrid>
              <a:tr h="426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013600"/>
                  </a:ext>
                </a:extLst>
              </a:tr>
              <a:tr h="746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user ID, login credentials, roles, and request information.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928339"/>
                  </a:ext>
                </a:extLst>
              </a:tr>
              <a:tr h="746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Logistics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 vehicle details, delivery status, source, and destination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59946"/>
                  </a:ext>
                </a:extLst>
              </a:tr>
              <a:tr h="746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bid amount, bid status, and bidding activity records.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926279"/>
                  </a:ext>
                </a:extLst>
              </a:tr>
              <a:tr h="746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supply items, quantity details, and inventory status.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850399"/>
                  </a:ext>
                </a:extLst>
              </a:tr>
              <a:tr h="746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demo ID, password, and role-based login management.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300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30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09A1-60BA-841A-A448-0BDF5058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ECFD084-6621-0F22-DAC2-1C7B64BB9570}"/>
              </a:ext>
            </a:extLst>
          </p:cNvPr>
          <p:cNvSpPr txBox="1">
            <a:spLocks/>
          </p:cNvSpPr>
          <p:nvPr/>
        </p:nvSpPr>
        <p:spPr>
          <a:xfrm>
            <a:off x="0" y="1217798"/>
            <a:ext cx="2254303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(Class Diagram)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18CA12-09F9-99C4-DC73-BD5693801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823" y="1178065"/>
            <a:ext cx="9096499" cy="5577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94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24B2-CD05-0592-122C-30450456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2501B29B-D20D-BA95-E302-273B96FF518D}"/>
              </a:ext>
            </a:extLst>
          </p:cNvPr>
          <p:cNvSpPr txBox="1">
            <a:spLocks/>
          </p:cNvSpPr>
          <p:nvPr/>
        </p:nvSpPr>
        <p:spPr>
          <a:xfrm>
            <a:off x="751152" y="1035756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DFD (Context Diagram)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F7D301-B89D-B71D-2D34-A1E269D85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83" y="2066307"/>
            <a:ext cx="10477433" cy="4512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9646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407F-FC3F-2BC0-2340-ED42F15C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4507E087-C9BC-95BD-7247-D8CB69AEED2E}"/>
              </a:ext>
            </a:extLst>
          </p:cNvPr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Description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0CDDC0-326F-3918-F505-3B0054DECF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4835" y="2132803"/>
            <a:ext cx="6788479" cy="4337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Aven Solutions successfully improved logistics monitoring, bid management, operational transparency, and workflow coordination through centralized dashboards with secure role-based accessibility and real-time operational synchronization.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integrated User, Admin, and Owner dashboards using modern web technologies to simplify logistics operations, supply management, bidding processes, and communication efficiency.</a:t>
            </a:r>
          </a:p>
        </p:txBody>
      </p:sp>
      <p:pic>
        <p:nvPicPr>
          <p:cNvPr id="6146" name="Picture 2" descr="OWM Logistics">
            <a:extLst>
              <a:ext uri="{FF2B5EF4-FFF2-40B4-BE49-F238E27FC236}">
                <a16:creationId xmlns:a16="http://schemas.microsoft.com/office/drawing/2014/main" id="{317B88B7-8F1E-FAB7-F4A3-0EC153E82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821" y="2132803"/>
            <a:ext cx="4896344" cy="433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312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0C78-D597-9FD3-66E8-166C37E9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C859F6-3F34-6D37-52E6-8AFF24851F46}"/>
              </a:ext>
            </a:extLst>
          </p:cNvPr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CF281A-BEAF-D79F-8487-BA2630AA4A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6417" y="2248221"/>
            <a:ext cx="5551166" cy="3198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logistics and bid management system.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secure dashboard accessibility.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between users and management.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logistics and operational updates.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user-friendly web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A09A3-CA62-2A79-67B8-98D217001793}"/>
              </a:ext>
            </a:extLst>
          </p:cNvPr>
          <p:cNvSpPr txBox="1"/>
          <p:nvPr/>
        </p:nvSpPr>
        <p:spPr>
          <a:xfrm>
            <a:off x="6388924" y="2151270"/>
            <a:ext cx="55966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cloud-based database integration.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demo-based authentication instead of advanced security systems.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A5847C-80DB-637C-CF06-AD050317DA45}"/>
              </a:ext>
            </a:extLst>
          </p:cNvPr>
          <p:cNvCxnSpPr>
            <a:cxnSpLocks/>
          </p:cNvCxnSpPr>
          <p:nvPr/>
        </p:nvCxnSpPr>
        <p:spPr>
          <a:xfrm>
            <a:off x="6045552" y="1973647"/>
            <a:ext cx="55403" cy="47451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731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2D5AC-430F-C332-C619-C9723ACB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108962C-627B-49BB-3A50-87C42589AB09}"/>
              </a:ext>
            </a:extLst>
          </p:cNvPr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CD574-1F45-2494-E695-BCACAA816A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0939" y="2311097"/>
            <a:ext cx="10689407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 can include advanced analytics dashboards, automated reporting systems, and real-time operational monitoring features to improve workflow efficiency and logistics management processes.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with cloud database integration, mobile applications, and advanced authentication technologies for better scalability, accessibility, security, and enterprise-level logistics management. </a:t>
            </a:r>
          </a:p>
        </p:txBody>
      </p:sp>
    </p:spTree>
    <p:extLst>
      <p:ext uri="{BB962C8B-B14F-4D97-AF65-F5344CB8AC3E}">
        <p14:creationId xmlns:p14="http://schemas.microsoft.com/office/powerpoint/2010/main" val="265737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3015F-FE26-A14A-4441-AACAF4A72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4893297F-562A-0FC6-AF38-3B526C854182}"/>
              </a:ext>
            </a:extLst>
          </p:cNvPr>
          <p:cNvSpPr txBox="1">
            <a:spLocks/>
          </p:cNvSpPr>
          <p:nvPr/>
        </p:nvSpPr>
        <p:spPr>
          <a:xfrm>
            <a:off x="846161" y="1407804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51C8B-FCD4-6B97-B4A5-009DCFFDF4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0939" y="2149515"/>
            <a:ext cx="1068940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Aven Solutions successfully provides a centralized logistics management platform for users, admins, and owners.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logistics tracking, bid management, and operational coordination through role-based dashboards.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and centralized monitoring enhance communication and workflow efficiency within the organization.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reduces manual operational work and improves transparency in logistics management activities. </a:t>
            </a:r>
          </a:p>
        </p:txBody>
      </p:sp>
    </p:spTree>
    <p:extLst>
      <p:ext uri="{BB962C8B-B14F-4D97-AF65-F5344CB8AC3E}">
        <p14:creationId xmlns:p14="http://schemas.microsoft.com/office/powerpoint/2010/main" val="428495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F5AE-B76C-9233-35E2-65C9FCD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34731889-4A2B-8EDD-A400-01DAE5129BB3}"/>
              </a:ext>
            </a:extLst>
          </p:cNvPr>
          <p:cNvSpPr txBox="1">
            <a:spLocks/>
          </p:cNvSpPr>
          <p:nvPr/>
        </p:nvSpPr>
        <p:spPr>
          <a:xfrm>
            <a:off x="846160" y="1194048"/>
            <a:ext cx="10454186" cy="558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055A5-4CB7-DE39-A597-21126DCC71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0939" y="1872517"/>
            <a:ext cx="1068940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Li, Y. Ren, and X. Tao, “Task-role based access control model in logistics management system,” in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Logistics Engineering and Intelligent Transportation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2010, pp. 1–5. [Online]. Available: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https://pmc.ncbi.nlm.nih.gov/articles/PMC9261175/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Semantics, “Quit Manual Processes &amp; Achieve Higher Efficiency with Logistics Process Automation,”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Semantics Blog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Jul. 20, 2022. [Online]. Available: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https://www.binarysemantics.com/blogs/quit-manual-processes-achieve-higher-efficiency-with-logistics-process-automation/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Li, Y. Ren, and X. Tao, “Task-role based access control model in logistics management system,” in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Logistics Engineering and Intelligent Transportation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Jul. 2010, pp. 1–5. [Online]. Available: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https://www.researchgate.net/publication/261203176_Task-role_based_access_control_model_in_logistics_management_system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740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829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Anshuman Sinha</cp:lastModifiedBy>
  <cp:revision>29</cp:revision>
  <dcterms:created xsi:type="dcterms:W3CDTF">2026-04-27T06:02:20Z</dcterms:created>
  <dcterms:modified xsi:type="dcterms:W3CDTF">2026-05-07T05:09:38Z</dcterms:modified>
</cp:coreProperties>
</file>